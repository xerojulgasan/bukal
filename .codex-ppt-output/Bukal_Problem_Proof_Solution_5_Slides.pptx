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cc07b394294725" /><Relationship Type="http://schemas.openxmlformats.org/officeDocument/2006/relationships/extended-properties" Target="/docProps/app.xml" Id="Rf50f14876e3345f3" /><Relationship Type="http://schemas.openxmlformats.org/officeDocument/2006/relationships/officeDocument" Target="/ppt/presentation.xml" Id="R5fbd4b6c37fc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316269b474273"/>
  </p:sldMasterIdLst>
  <p:notesMasterIdLst>
    <p:notesMasterId xmlns:r="http://schemas.openxmlformats.org/officeDocument/2006/relationships" r:id="R49b6bb8d548a4cfc"/>
  </p:notesMasterIdLst>
  <p:sldIdLst>
    <p:sldId xmlns:r="http://schemas.openxmlformats.org/officeDocument/2006/relationships" id="256" r:id="R89a9e7c47d5e47f8"/>
    <p:sldId xmlns:r="http://schemas.openxmlformats.org/officeDocument/2006/relationships" id="257" r:id="R4512431e71c14b88"/>
    <p:sldId xmlns:r="http://schemas.openxmlformats.org/officeDocument/2006/relationships" id="258" r:id="Ra548e93e5cc948f8"/>
    <p:sldId xmlns:r="http://schemas.openxmlformats.org/officeDocument/2006/relationships" id="259" r:id="Raa2acf3488b54dc9"/>
    <p:sldId xmlns:r="http://schemas.openxmlformats.org/officeDocument/2006/relationships" id="260" r:id="R214dfae0e49a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9a5b781f0f4db9" /><Relationship Type="http://schemas.openxmlformats.org/officeDocument/2006/relationships/slideMaster" Target="/ppt/slideMasters/slideMaster1.xml" Id="R71d316269b474273" /><Relationship Type="http://schemas.openxmlformats.org/officeDocument/2006/relationships/notesMaster" Target="/ppt/notesMasters/notesMaster1.xml" Id="R49b6bb8d548a4cfc" /><Relationship Type="http://schemas.openxmlformats.org/officeDocument/2006/relationships/presProps" Target="/ppt/presProps.xml" Id="Re9e1e1d8d98340ed" /><Relationship Type="http://schemas.openxmlformats.org/officeDocument/2006/relationships/tableStyles" Target="/ppt/tableStyles.xml" Id="R2629b84e45e2434b" /><Relationship Type="http://schemas.openxmlformats.org/officeDocument/2006/relationships/slide" Target="/ppt/slides/slide1.xml" Id="R89a9e7c47d5e47f8" /><Relationship Type="http://schemas.openxmlformats.org/officeDocument/2006/relationships/slide" Target="/ppt/slides/slide2.xml" Id="R4512431e71c14b88" /><Relationship Type="http://schemas.openxmlformats.org/officeDocument/2006/relationships/slide" Target="/ppt/slides/slide3.xml" Id="Ra548e93e5cc948f8" /><Relationship Type="http://schemas.openxmlformats.org/officeDocument/2006/relationships/slide" Target="/ppt/slides/slide4.xml" Id="Raa2acf3488b54dc9" /><Relationship Type="http://schemas.openxmlformats.org/officeDocument/2006/relationships/slide" Target="/ppt/slides/slide5.xml" Id="R214dfae0e49a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292dc81e7043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b778e486a54cf9" /><Relationship Type="http://schemas.openxmlformats.org/officeDocument/2006/relationships/notesMaster" Target="/ppt/notesMasters/notesMaster1.xml" Id="R67dd52b3f76941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037e6b63c340d9" /><Relationship Type="http://schemas.openxmlformats.org/officeDocument/2006/relationships/notesMaster" Target="/ppt/notesMasters/notesMaster1.xml" Id="R1416df8b6b50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23fb8c75a84805" /><Relationship Type="http://schemas.openxmlformats.org/officeDocument/2006/relationships/notesMaster" Target="/ppt/notesMasters/notesMaster1.xml" Id="Ra41bf8142a72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28b27bae9b42e0" /><Relationship Type="http://schemas.openxmlformats.org/officeDocument/2006/relationships/notesMaster" Target="/ppt/notesMasters/notesMaster1.xml" Id="R7ba191cb9ab545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1956a8aaec4ab3" /><Relationship Type="http://schemas.openxmlformats.org/officeDocument/2006/relationships/notesMaster" Target="/ppt/notesMasters/notesMaster1.xml" Id="R5c004acc4fef47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Bukal turns a learner-owned file into local, source-linked quiz practice.</a:t>
            </a:r>
          </a:p>
          <a:p xmlns:a="http://schemas.openxmlformats.org/drawingml/2006/main">
            <a:r>
              <a:t>Visual disclosure: Original AI-generated editorial illustration. It is not documentary photography.</a:t>
            </a:r>
          </a:p>
          <a:p xmlns:a="http://schemas.openxmlformats.org/drawingml/2006/main">
            <a:r>
              <a:t>Product sources: docs/hackathon-plan.md and docs/quiz-types-and-profile.md.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states the product problem. The next two slides provide the evidence.</a:t>
            </a:r>
          </a:p>
          <a:p xmlns:a="http://schemas.openxmlformats.org/drawingml/2006/main">
            <a:r>
              <a:t>Product source: docs/hackathon-plan.md and docs/quiz-types-and-profile.md.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OECD, PISA 2022 Results, country note for the Philippines.</a:t>
            </a:r>
          </a:p>
          <a:p xmlns:a="http://schemas.openxmlformats.org/drawingml/2006/main">
            <a:r>
              <a:t>https://www.oecd.org/en/publications/pisa-2022-results-volume-i-and-ii-country-notes_ed6fbcc5-en/philippines_a0882a2d-en.html</a:t>
            </a:r>
          </a:p>
          <a:p xmlns:a="http://schemas.openxmlformats.org/drawingml/2006/main">
            <a:r>
              <a:t>Claim: 24% of students in the Philippines attained Level 2 or higher in reading, compared with an OECD average of 74%.</a:t>
            </a:r>
          </a:p>
          <a:p xmlns:a="http://schemas.openxmlformats.org/drawingml/2006/main">
            <a:r>
              <a:t>The OECD states that Philippines data met PISA quality standards and were fit for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Connectivity source: Philippine Statistics Authority, 2024 NICTHS preliminary results, released 21 July 2025.</a:t>
            </a:r>
          </a:p>
          <a:p xmlns:a="http://schemas.openxmlformats.org/drawingml/2006/main">
            <a:r>
              <a:t>https://psa.gov.ph/content/percentage-households-internet-connection-increased-488-percent-2024-two-every-three</a:t>
            </a:r>
          </a:p>
          <a:p xmlns:a="http://schemas.openxmlformats.org/drawingml/2006/main">
            <a:r>
              <a:t>Claim: 48.8% of Philippine households had internet access at home in 2024.</a:t>
            </a:r>
          </a:p>
          <a:p xmlns:a="http://schemas.openxmlformats.org/drawingml/2006/main">
            <a:r>
              <a:t>Learning source: Roediger and Karpicke (2006), Test-Enhanced Learning.</a:t>
            </a:r>
          </a:p>
          <a:p xmlns:a="http://schemas.openxmlformats.org/drawingml/2006/main">
            <a:r>
              <a:t>https://www.psychologicalscience.org/journals/psychological-science/j.1467-9280.2006.01693.x/</a:t>
            </a:r>
          </a:p>
          <a:p xmlns:a="http://schemas.openxmlformats.org/drawingml/2006/main">
            <a:r>
              <a:t>Paraphrased claim: testing with educational prose improved later retention compared with restudying.</a:t>
            </a:r>
          </a:p>
          <a:p xmlns:a="http://schemas.openxmlformats.org/drawingml/2006/main">
            <a:r>
              <a:t>UI image source: docs/references/ui/06-quiz-answering.png. It is a visual reference, not a runtime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sources: docs/hackathon-plan.md; docs/quiz-types-and-profile.md; tools/context-factory/README.md.</a:t>
            </a:r>
          </a:p>
          <a:p xmlns:a="http://schemas.openxmlformats.org/drawingml/2006/main">
            <a:r>
              <a:t>Core design: selected source passage, local question generation, five question types, local checking, source inspection, History and retakes.</a:t>
            </a:r>
          </a:p>
          <a:p xmlns:a="http://schemas.openxmlformats.org/drawingml/2006/main">
            <a:r>
              <a:t>UI images are approved visual references from docs/references/ui. Their lesson names and scores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a7452543f49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0ba683c344b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ebb50d7c94e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63dc3f16440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816f2557f4a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b69af02c5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CC2C4F-C0A0-4398-901B-36B92DE67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57BE74-8A45-4D3E-8413-1B402E9B8D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0764DC-8A32-4FE6-B659-4C01663FA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6F4CD7-F169-4B30-9E1C-C689DBA85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84B8A7-11D2-48DB-8C4A-486287688F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6A2EDF-3F6A-4A56-9064-F8ABD8C25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8231C7-5330-4A63-9A50-B7AAEB4B6E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5E829A-046C-40C3-80D9-0F743819ED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4A9244-E538-40A1-9B31-5D3F59D25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61C13A-B7DF-4010-ACF8-5025C1C06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8491147184bf8" /><Relationship Type="http://schemas.openxmlformats.org/officeDocument/2006/relationships/slideLayout" Target="/ppt/slideLayouts/slideLayout1.xml" Id="R5fd3bab64ccd471b" /><Relationship Type="http://schemas.openxmlformats.org/officeDocument/2006/relationships/slideLayout" Target="/ppt/slideLayouts/slideLayout2.xml" Id="R5cfdb1b878ca4a68" /><Relationship Type="http://schemas.openxmlformats.org/officeDocument/2006/relationships/slideLayout" Target="/ppt/slideLayouts/slideLayout3.xml" Id="R5294069bc12848d5" /><Relationship Type="http://schemas.openxmlformats.org/officeDocument/2006/relationships/slideLayout" Target="/ppt/slideLayouts/slideLayout4.xml" Id="Rb9e25fef85f34de4" /><Relationship Type="http://schemas.openxmlformats.org/officeDocument/2006/relationships/slideLayout" Target="/ppt/slideLayouts/slideLayout5.xml" Id="Rdc2a69b2d9cf4cf5" /><Relationship Type="http://schemas.openxmlformats.org/officeDocument/2006/relationships/slideLayout" Target="/ppt/slideLayouts/slideLayout6.xml" Id="R791490c0e8ab4f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d3bab64ccd471b"/>
    <p:sldLayoutId xmlns:r="http://schemas.openxmlformats.org/officeDocument/2006/relationships" id="2147483650" r:id="R5cfdb1b878ca4a68"/>
    <p:sldLayoutId xmlns:r="http://schemas.openxmlformats.org/officeDocument/2006/relationships" id="2147483651" r:id="R5294069bc12848d5"/>
    <p:sldLayoutId xmlns:r="http://schemas.openxmlformats.org/officeDocument/2006/relationships" id="2147483652" r:id="Rb9e25fef85f34de4"/>
    <p:sldLayoutId xmlns:r="http://schemas.openxmlformats.org/officeDocument/2006/relationships" id="2147483653" r:id="Rdc2a69b2d9cf4cf5"/>
    <p:sldLayoutId xmlns:r="http://schemas.openxmlformats.org/officeDocument/2006/relationships" id="2147483654" r:id="R791490c0e8ab4f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c90c238904360" /><Relationship Type="http://schemas.openxmlformats.org/officeDocument/2006/relationships/image" Target="/ppt/media/image.png" Id="R97ad557c2b2748c7" /><Relationship Type="http://schemas.openxmlformats.org/officeDocument/2006/relationships/image" Target="/ppt/media/image2.png" Id="R90ef151c469944ba" /><Relationship Type="http://schemas.openxmlformats.org/officeDocument/2006/relationships/notesSlide" Target="/ppt/notesSlides/notesSlide1.xml" Id="Recdd604cfb3649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663015baa486d" /><Relationship Type="http://schemas.openxmlformats.org/officeDocument/2006/relationships/notesSlide" Target="/ppt/notesSlides/notesSlide2.xml" Id="R00940a6df62e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12f70ea794ac0" /><Relationship Type="http://schemas.openxmlformats.org/officeDocument/2006/relationships/chart" Target="/ppt/slides/charts/chart1.xml" Id="Rb7d46853084d4b21" /><Relationship Type="http://schemas.openxmlformats.org/officeDocument/2006/relationships/hyperlink" Target="https://www.oecd.org/en/publications/pisa-2022-results-volume-i-and-ii-country-notes_ed6fbcc5-en/philippines_a0882a2d-en.html" TargetMode="External" Id="R49a58ff91e034198" /><Relationship Type="http://schemas.openxmlformats.org/officeDocument/2006/relationships/notesSlide" Target="/ppt/notesSlides/notesSlide3.xml" Id="R8ba3c230bf3f40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823cf99b54c7e" /><Relationship Type="http://schemas.openxmlformats.org/officeDocument/2006/relationships/hyperlink" Target="https://psa.gov.ph/content/percentage-households-internet-connection-increased-488-percent-2024-two-every-three" TargetMode="External" Id="Ra6611f4deeda4255" /><Relationship Type="http://schemas.openxmlformats.org/officeDocument/2006/relationships/image" Target="/ppt/media/image3.png" Id="R038cca6e8bb14576" /><Relationship Type="http://schemas.openxmlformats.org/officeDocument/2006/relationships/hyperlink" Target="https://www.psychologicalscience.org/journals/psychological-science/j.1467-9280.2006.01693.x/" TargetMode="External" Id="R6ef1ab1960874ac6" /><Relationship Type="http://schemas.openxmlformats.org/officeDocument/2006/relationships/notesSlide" Target="/ppt/notesSlides/notesSlide4.xml" Id="Rc3410e82cedb4b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2c06e109c422a" /><Relationship Type="http://schemas.openxmlformats.org/officeDocument/2006/relationships/image" Target="/ppt/media/image4.png" Id="R1995b0b8c5104791" /><Relationship Type="http://schemas.openxmlformats.org/officeDocument/2006/relationships/image" Target="/ppt/media/image5.png" Id="Rd44333b1e5264f79" /><Relationship Type="http://schemas.openxmlformats.org/officeDocument/2006/relationships/image" Target="/ppt/media/image6.png" Id="R940d1a71582a4b3a" /><Relationship Type="http://schemas.openxmlformats.org/officeDocument/2006/relationships/image" Target="/ppt/media/image7.png" Id="R9f449e9623004233" /><Relationship Type="http://schemas.openxmlformats.org/officeDocument/2006/relationships/notesSlide" Target="/ppt/notesSlides/notesSlide5.xml" Id="Rc0dabd0c1ab84bb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Reached Level 2+</c:v>
          </c:tx>
          <c:spPr>
            <a:solidFill xmlns:a="http://schemas.openxmlformats.org/drawingml/2006/main">
              <a:srgbClr val="3559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559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AB8E8"/>
              </a:solidFill>
            </c:spPr>
          </c:dPt>
          <c:cat>
            <c:strLit>
              <c:ptCount val="2"/>
              <c:pt idx="0">
                <c:v>Philippines</c:v>
              </c:pt>
              <c:pt idx="1">
                <c:v>OECD average</c:v>
              </c:pt>
            </c:strLit>
          </c:cat>
          <c:val>
            <c:numLit>
              <c:formatCode>0"%"</c:formatCode>
              <c:ptCount val="2"/>
              <c:pt idx="0">
                <c:v>24</c:v>
              </c:pt>
              <c:pt idx="1">
                <c:v>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92033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97EE1-7CCD-4963-8F38-9BB9C0D4F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d557c2b2748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9A702-3908-4884-872C-4AC96833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51F21-27F8-40B2-AF2D-466C01909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f151c469944ba"/>
          <a:stretch xmlns:a="http://schemas.openxmlformats.org/drawingml/2006/main"/>
        </p:blipFill>
        <p:spPr>
          <a:xfrm xmlns:a="http://schemas.openxmlformats.org/drawingml/2006/main">
            <a:off x="666750" y="495300"/>
            <a:ext cx="609600" cy="609600"/>
          </a:xfrm>
          <a:prstGeom xmlns:a="http://schemas.openxmlformats.org/drawingml/2006/main" prst="roundRect">
            <a:avLst>
              <a:gd name="adj" fmla="val 218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98499-6610-4E6E-A5A1-40AA0290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BUKAL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AABDA-8967-4280-9651-86E173F3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93000"/>
              </a:lnSpc>
              <a:buNone/>
              <a:defRPr sz="40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Turn the lesson on your phone into a quiz you can use offline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E4116-27D7-4459-AB44-9183A29B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895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E8EE5-898E-445D-B291-6A0FE994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A local Android study companion built around the learner's own files</a:t>
            </a:r>
          </a:p>
        </p:txBody>
      </p:sp>
    </p:spTree>
    <p:extLst>
      <p:ext uri="{BB962C8B-B14F-4D97-AF65-F5344CB8AC3E}">
        <p14:creationId xmlns:p14="http://schemas.microsoft.com/office/powerpoint/2010/main" val="775204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A3569-67CB-4599-9825-B7594383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25E9C-710F-4970-B537-C7E2965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20B32-E363-40A6-B8E2-6D47BE9D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The study-material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E6ACD-5BB4-44B3-B2B3-1A5352F4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A learner can own the file and still lack a practical way to test recall.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2A2F7-8A8A-43F3-9439-541A24E3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REREADING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6F9F1-A0CD-4814-84AC-1E230EE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The lesson explains, but rarely asks the learner to retrieve.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5ADA0-2645-4DC7-A422-C2725F4B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E8734-F498-4EFC-9F7D-D917583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QUIZ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319F1-95C8-4E95-AE7F-6A59490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052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Writing questions and checking answers add more work before studying begins.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8BA7F-39AB-42EA-A103-1EFF0FB7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5D810-EFE5-4919-AA17-90A68A57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rPr>
              <a:t>ONLINE DEPENDENCY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B468D-EA3A-4ABA-82E5-F6FD5C36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A cloud workflow can stop when the connection drops.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F963D-6BF0-405A-831F-6F2C44E5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3886200" cy="384810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263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3097B-1EF7-4AE3-AAF1-D668CD9F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82546-F981-46F2-A499-52BE92E5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DOCX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5B1E7-4018-4403-8823-3C0F841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rPr>
              <a:t>PPTX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AA9CC-5C80-4274-8FF2-A114C22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rPr>
              <a:t>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8396F-BAC2-47DE-B455-41F71DC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70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8BF7B-2F5A-4017-80BC-9922D634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2B84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2B8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F2B84B"/>
                </a:solidFill>
                <a:latin typeface="Liberation Sans"/>
                <a:ea typeface="Liberation Sans"/>
                <a:cs typeface="Liberation Sans"/>
              </a:rPr>
              <a:t>The content is available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A891F-8F3B-4029-8A34-4F7A866D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76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The practice still has to be created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18688-CB2A-4BA6-A3F7-D0D67455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EA5F3-6FB0-405E-ADB3-9CE723F8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BUKAL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75069-9155-4C1B-A6E8-56EC20E1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4090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652E3-69AF-46F0-A2EC-B23EBE17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DCD95-A6CC-4628-8544-A131C46F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EFBA8-218C-42D0-8E17-89C1FDA9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Reading proficiency in the Philippines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12DE2-65DA-493D-BEF1-364A2624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PISA 2022 results for 15-year-old 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C1B3E-3CA9-462A-A5F9-15BCFA8F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5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45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24%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51EF0-96CD-4D34-87AC-D8073A8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reached Level 2 or higher in reading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09DAD-AF82-4BC4-9365-468A550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The OECD average was 74%.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73C49-F3A1-4DAE-831F-B1750DF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rPr>
              <a:t>This does not prove demand for Bukal. It shows a large learning challenge where easier practice can help.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9183081-44AF-4487-B159-E1B4C90FE037}"/>
              </a:ext>
            </a:extLst>
          </p:cNvPr>
          <p:cNvGraphicFramePr/>
          <p:nvPr/>
        </p:nvGraphicFramePr>
        <p:xfrm>
          <a:off xmlns:a="http://schemas.openxmlformats.org/drawingml/2006/main" x="5810250" y="2190750"/>
          <a:ext xmlns:a="http://schemas.openxmlformats.org/drawingml/2006/main" cx="5334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d46853084d4b2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D1501-3A22-48F5-9027-68398C98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00">
                <a:solidFill>
                  <a:srgbClr val="667085"/>
                </a:solidFill>
                <a:latin typeface="Liberation Sans"/>
                <a:ea typeface="Liberation Sans"/>
                <a:cs typeface="Liberation Sans"/>
                <a:hlinkClick xmlns:r="http://schemas.openxmlformats.org/officeDocument/2006/relationships" r:id="R49a58ff91e034198"/>
              </a:rPr>
              <a:t>Source: OECD, PISA 2022 Philippines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94914-CE64-4B29-B28C-CD688746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CA05F-5B63-49EA-9585-D4C5301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BUKAL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9F95C-B9FC-4971-8880-CF4BB9AC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0550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7A8A2-535B-4BD8-806A-E47B5EA8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495FA-4478-4191-93BF-10F2874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A080-5BBA-4172-B489-5DB75A77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Access and learning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A79B7-2F35-450A-9AD3-DBFE2EB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5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85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48.8%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6AADA-00BF-4B82-8473-B65515E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of Philippine households had internet access at home in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FECD5-6C36-41B5-B18C-053CE453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E7D5B"/>
                </a:solidFill>
                <a:latin typeface="Liberation Sans"/>
                <a:ea typeface="Liberation Sans"/>
                <a:cs typeface="Liberation Sans"/>
              </a:rPr>
              <a:t>Offline study avoids adding another connection requirement after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88F35-048D-4A2B-8128-714BAB1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00">
                <a:solidFill>
                  <a:srgbClr val="667085"/>
                </a:solidFill>
                <a:latin typeface="Liberation Sans"/>
                <a:ea typeface="Liberation Sans"/>
                <a:cs typeface="Liberation Sans"/>
                <a:hlinkClick xmlns:r="http://schemas.openxmlformats.org/officeDocument/2006/relationships" r:id="Ra6611f4deeda4255"/>
              </a:rPr>
              <a:t>Source: PSA, 2024 NICTHS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BA1D4-9778-4423-A5A8-109BEDB2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E4609-61CD-41D9-9281-D54B04A6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2209800" cy="47815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8E46A-E7D1-4285-A1F3-33CBB13C9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cca6e8bb14576"/>
          <a:srcRect xmlns:a="http://schemas.openxmlformats.org/drawingml/2006/main" l="84" t="0" r="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1619250"/>
            <a:ext cx="2095500" cy="466725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DC4A6-F279-4142-B4E1-E4AFA38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228"/>
          </a:bodyPr>
          <a:lstStyle xmlns:a="http://schemas.openxmlformats.org/drawingml/2006/main">
            <a:defPPr algn="l">
              <a:defRPr sz="22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192033"/>
                </a:solidFill>
                <a:latin typeface="Liberation Sans"/>
                <a:ea typeface="Liberation Sans"/>
                <a:cs typeface="Liberation Sans"/>
              </a:rPr>
              <a:t>Self-testing supports retention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6D0D7-634E-46E7-BC68-0D4E8E0C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>
            <a:defPPr algn="l">
              <a:defRPr sz="150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A controlled study using educational prose found that taking memory tests improved later retention compared with restudying.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AAC96-AE24-41A9-948F-C4C66DC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3559C7"/>
                </a:solidFill>
                <a:latin typeface="Liberation Sans"/>
                <a:ea typeface="Liberation Sans"/>
                <a:cs typeface="Liberation Sans"/>
              </a:rPr>
              <a:t>Bukal turns the selected passage into that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A0CE4-16F2-40BF-893B-CF71FBA6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53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00">
                <a:solidFill>
                  <a:srgbClr val="667085"/>
                </a:solidFill>
                <a:latin typeface="Liberation Sans"/>
                <a:ea typeface="Liberation Sans"/>
                <a:cs typeface="Liberation Sans"/>
                <a:hlinkClick xmlns:r="http://schemas.openxmlformats.org/officeDocument/2006/relationships" r:id="R6ef1ab1960874ac6"/>
              </a:rPr>
              <a:t>Source: Roediger &amp; Karpicke (2006)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748EE-836A-4AA6-A596-8FBF0AC1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66FD4-02AA-4A59-BF01-0358C02B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BUKAL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6131E-342B-469E-9A7F-F895ADCF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667085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6528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63F9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B75BF-C55E-46D3-8719-11636F1C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B84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B8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F2B84B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46535-B964-4412-B264-8921998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077FB-DDAD-4D43-A515-00498437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Bukal turns one lesson into active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F319A-BDF9-4600-ACFC-CE19DC4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rPr>
              <a:t>The learner stays close to the selected source from import to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151DF-B886-4FB6-8EAD-9DA2EB99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38350"/>
            <a:ext cx="1657350" cy="35433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B9762-1117-4292-AD42-7B2AAFFEA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5b0b8c5104791"/>
          <a:srcRect xmlns:a="http://schemas.openxmlformats.org/drawingml/2006/main" l="0" t="30" r="0" b="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" y="2095500"/>
            <a:ext cx="1543050" cy="34290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F94C3-F87D-4265-8586-1519EA47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  Choose a passage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230A-5493-4438-A150-EFED9C54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0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rPr>
              <a:t>Exact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8530D-E10E-4D75-A4B6-3A092746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1657350" cy="35433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0202F-91A0-405F-86DC-31B7CE162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333b1e5264f79"/>
          <a:srcRect xmlns:a="http://schemas.openxmlformats.org/drawingml/2006/main" l="0" t="30" r="0" b="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1900" y="2095500"/>
            <a:ext cx="1543050" cy="34290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2627D-B3F2-4F05-8C0D-07B35F61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95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  Pick quiz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9A1A1-A4DC-482A-8C2F-E6FC14B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0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rPr>
              <a:t>Five supported 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A9B7C-9AA8-4DAB-9B41-0FA18204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1657350" cy="35433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84C0D-FFEB-4867-9FC4-7C7DD0F90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d1a71582a4b3a"/>
          <a:srcRect xmlns:a="http://schemas.openxmlformats.org/drawingml/2006/main" l="0" t="30" r="0" b="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2095500"/>
            <a:ext cx="1543050" cy="34290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847D2-80D0-4916-A924-6CBBD29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95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  Generate locally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C315A-C47D-4959-8CE2-94BD87B2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0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rPr>
              <a:t>After model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0F768-5A7E-485F-BADD-889CF6A2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38350"/>
            <a:ext cx="1657350" cy="35433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7116B-6273-42C8-9F2F-94433F322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49e9623004233"/>
          <a:srcRect xmlns:a="http://schemas.openxmlformats.org/drawingml/2006/main" l="0" t="30" r="0" b="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8700" y="2095500"/>
            <a:ext cx="1543050" cy="34290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7E60D-3372-45F9-B073-1C2F3E46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95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4  Review and retake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B371A-4E20-4993-BDC0-4B85837A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0007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C9D4FF"/>
                </a:solidFill>
                <a:latin typeface="Liberation Sans"/>
                <a:ea typeface="Liberation Sans"/>
                <a:cs typeface="Liberation Sans"/>
              </a:rPr>
              <a:t>Saved on the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DEFD9-B189-4626-B36A-5BCA1CD7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62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E4D0C-865F-44DB-8E79-B5BC5ED3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B8C5F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C5F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B8C5F2"/>
                </a:solidFill>
                <a:latin typeface="Liberation Sans"/>
                <a:ea typeface="Liberation Sans"/>
                <a:cs typeface="Liberation Sans"/>
              </a:rPr>
              <a:t>BUKAL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FE252-01AC-4030-8110-098164AB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B8C5F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8C5F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>
                <a:solidFill>
                  <a:srgbClr val="B8C5F2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3386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2026-10-09T13:38:04.6440000Z</dcterms:created>
  <dcterms:modified xsi:type="dcterms:W3CDTF">2026-10-09T13:38:04.6440000Z</dcterms:modified>
</coreProperties>
</file>